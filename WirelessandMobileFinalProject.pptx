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2" r:id="rId7"/>
    <p:sldId id="263" r:id="rId8"/>
    <p:sldId id="264" r:id="rId9"/>
    <p:sldId id="261"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100" d="100"/>
          <a:sy n="100" d="100"/>
        </p:scale>
        <p:origin x="96"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031755-E2D2-8E8F-9751-E4ACF6C58F5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A"/>
          </a:p>
        </p:txBody>
      </p:sp>
      <p:sp>
        <p:nvSpPr>
          <p:cNvPr id="3" name="Subtitle 2">
            <a:extLst>
              <a:ext uri="{FF2B5EF4-FFF2-40B4-BE49-F238E27FC236}">
                <a16:creationId xmlns:a16="http://schemas.microsoft.com/office/drawing/2014/main" id="{ACAB4BFE-8031-52DC-AC9B-F9232266D7E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A"/>
          </a:p>
        </p:txBody>
      </p:sp>
      <p:sp>
        <p:nvSpPr>
          <p:cNvPr id="4" name="Date Placeholder 3">
            <a:extLst>
              <a:ext uri="{FF2B5EF4-FFF2-40B4-BE49-F238E27FC236}">
                <a16:creationId xmlns:a16="http://schemas.microsoft.com/office/drawing/2014/main" id="{1E7AC8D8-2BB3-CB32-5573-794B77BC739E}"/>
              </a:ext>
            </a:extLst>
          </p:cNvPr>
          <p:cNvSpPr>
            <a:spLocks noGrp="1"/>
          </p:cNvSpPr>
          <p:nvPr>
            <p:ph type="dt" sz="half" idx="10"/>
          </p:nvPr>
        </p:nvSpPr>
        <p:spPr/>
        <p:txBody>
          <a:bodyPr/>
          <a:lstStyle/>
          <a:p>
            <a:fld id="{CFBAF02D-ED9F-4C20-9D1C-7FD6D1FB76AA}" type="datetimeFigureOut">
              <a:rPr lang="en-CA" smtClean="0"/>
              <a:t>2025-11-28</a:t>
            </a:fld>
            <a:endParaRPr lang="en-CA"/>
          </a:p>
        </p:txBody>
      </p:sp>
      <p:sp>
        <p:nvSpPr>
          <p:cNvPr id="5" name="Footer Placeholder 4">
            <a:extLst>
              <a:ext uri="{FF2B5EF4-FFF2-40B4-BE49-F238E27FC236}">
                <a16:creationId xmlns:a16="http://schemas.microsoft.com/office/drawing/2014/main" id="{95802E20-0F8E-9D71-AD61-C7DAA312F458}"/>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D1892E75-8B2A-36EF-57E0-109E9524FE54}"/>
              </a:ext>
            </a:extLst>
          </p:cNvPr>
          <p:cNvSpPr>
            <a:spLocks noGrp="1"/>
          </p:cNvSpPr>
          <p:nvPr>
            <p:ph type="sldNum" sz="quarter" idx="12"/>
          </p:nvPr>
        </p:nvSpPr>
        <p:spPr/>
        <p:txBody>
          <a:bodyPr/>
          <a:lstStyle/>
          <a:p>
            <a:fld id="{75895A98-5B29-4BD3-A6A7-22CF509E8048}" type="slidenum">
              <a:rPr lang="en-CA" smtClean="0"/>
              <a:t>‹#›</a:t>
            </a:fld>
            <a:endParaRPr lang="en-CA"/>
          </a:p>
        </p:txBody>
      </p:sp>
    </p:spTree>
    <p:extLst>
      <p:ext uri="{BB962C8B-B14F-4D97-AF65-F5344CB8AC3E}">
        <p14:creationId xmlns:p14="http://schemas.microsoft.com/office/powerpoint/2010/main" val="8113319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D1D542-5C78-3A88-C844-63896F514817}"/>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3C456BE4-BF0B-4D81-58C2-C0A580A0B26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D48C1607-11E5-2DC8-0963-A8CC6973C32E}"/>
              </a:ext>
            </a:extLst>
          </p:cNvPr>
          <p:cNvSpPr>
            <a:spLocks noGrp="1"/>
          </p:cNvSpPr>
          <p:nvPr>
            <p:ph type="dt" sz="half" idx="10"/>
          </p:nvPr>
        </p:nvSpPr>
        <p:spPr/>
        <p:txBody>
          <a:bodyPr/>
          <a:lstStyle/>
          <a:p>
            <a:fld id="{CFBAF02D-ED9F-4C20-9D1C-7FD6D1FB76AA}" type="datetimeFigureOut">
              <a:rPr lang="en-CA" smtClean="0"/>
              <a:t>2025-11-28</a:t>
            </a:fld>
            <a:endParaRPr lang="en-CA"/>
          </a:p>
        </p:txBody>
      </p:sp>
      <p:sp>
        <p:nvSpPr>
          <p:cNvPr id="5" name="Footer Placeholder 4">
            <a:extLst>
              <a:ext uri="{FF2B5EF4-FFF2-40B4-BE49-F238E27FC236}">
                <a16:creationId xmlns:a16="http://schemas.microsoft.com/office/drawing/2014/main" id="{FD009FF7-F7E5-937A-4769-CBDA014D8F20}"/>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BD317373-3433-D59E-EFBC-EDFE8CF17F14}"/>
              </a:ext>
            </a:extLst>
          </p:cNvPr>
          <p:cNvSpPr>
            <a:spLocks noGrp="1"/>
          </p:cNvSpPr>
          <p:nvPr>
            <p:ph type="sldNum" sz="quarter" idx="12"/>
          </p:nvPr>
        </p:nvSpPr>
        <p:spPr/>
        <p:txBody>
          <a:bodyPr/>
          <a:lstStyle/>
          <a:p>
            <a:fld id="{75895A98-5B29-4BD3-A6A7-22CF509E8048}" type="slidenum">
              <a:rPr lang="en-CA" smtClean="0"/>
              <a:t>‹#›</a:t>
            </a:fld>
            <a:endParaRPr lang="en-CA"/>
          </a:p>
        </p:txBody>
      </p:sp>
    </p:spTree>
    <p:extLst>
      <p:ext uri="{BB962C8B-B14F-4D97-AF65-F5344CB8AC3E}">
        <p14:creationId xmlns:p14="http://schemas.microsoft.com/office/powerpoint/2010/main" val="11111555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957D8F-C4D9-1400-E6F5-505A76FD618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CA"/>
          </a:p>
        </p:txBody>
      </p:sp>
      <p:sp>
        <p:nvSpPr>
          <p:cNvPr id="3" name="Text Placeholder 2">
            <a:extLst>
              <a:ext uri="{FF2B5EF4-FFF2-40B4-BE49-F238E27FC236}">
                <a16:creationId xmlns:a16="http://schemas.microsoft.com/office/drawing/2014/main" id="{DEF542B6-1719-2655-DEDB-E22CA30E143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C9953CA-FBE5-17F1-1E56-2C66BF12C2A2}"/>
              </a:ext>
            </a:extLst>
          </p:cNvPr>
          <p:cNvSpPr>
            <a:spLocks noGrp="1"/>
          </p:cNvSpPr>
          <p:nvPr>
            <p:ph type="dt" sz="half" idx="10"/>
          </p:nvPr>
        </p:nvSpPr>
        <p:spPr/>
        <p:txBody>
          <a:bodyPr/>
          <a:lstStyle/>
          <a:p>
            <a:fld id="{CFBAF02D-ED9F-4C20-9D1C-7FD6D1FB76AA}" type="datetimeFigureOut">
              <a:rPr lang="en-CA" smtClean="0"/>
              <a:t>2025-11-28</a:t>
            </a:fld>
            <a:endParaRPr lang="en-CA"/>
          </a:p>
        </p:txBody>
      </p:sp>
      <p:sp>
        <p:nvSpPr>
          <p:cNvPr id="5" name="Footer Placeholder 4">
            <a:extLst>
              <a:ext uri="{FF2B5EF4-FFF2-40B4-BE49-F238E27FC236}">
                <a16:creationId xmlns:a16="http://schemas.microsoft.com/office/drawing/2014/main" id="{8210EB88-6813-51CA-F7A4-2ECC024D9628}"/>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B2CD8420-35E5-28E8-B6EC-AC991AA134E6}"/>
              </a:ext>
            </a:extLst>
          </p:cNvPr>
          <p:cNvSpPr>
            <a:spLocks noGrp="1"/>
          </p:cNvSpPr>
          <p:nvPr>
            <p:ph type="sldNum" sz="quarter" idx="12"/>
          </p:nvPr>
        </p:nvSpPr>
        <p:spPr/>
        <p:txBody>
          <a:bodyPr/>
          <a:lstStyle/>
          <a:p>
            <a:fld id="{75895A98-5B29-4BD3-A6A7-22CF509E8048}" type="slidenum">
              <a:rPr lang="en-CA" smtClean="0"/>
              <a:t>‹#›</a:t>
            </a:fld>
            <a:endParaRPr lang="en-CA"/>
          </a:p>
        </p:txBody>
      </p:sp>
    </p:spTree>
    <p:extLst>
      <p:ext uri="{BB962C8B-B14F-4D97-AF65-F5344CB8AC3E}">
        <p14:creationId xmlns:p14="http://schemas.microsoft.com/office/powerpoint/2010/main" val="507091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3F5125-1169-1C74-6FA7-83C7304245B8}"/>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E792AAA4-D03E-B2CC-7A6C-4585704CBF3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a:extLst>
              <a:ext uri="{FF2B5EF4-FFF2-40B4-BE49-F238E27FC236}">
                <a16:creationId xmlns:a16="http://schemas.microsoft.com/office/drawing/2014/main" id="{7E93DF59-642B-E04B-6BC8-6892A4CA421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a:extLst>
              <a:ext uri="{FF2B5EF4-FFF2-40B4-BE49-F238E27FC236}">
                <a16:creationId xmlns:a16="http://schemas.microsoft.com/office/drawing/2014/main" id="{E9E81869-9233-5C16-9D74-BD9C37DB4DF9}"/>
              </a:ext>
            </a:extLst>
          </p:cNvPr>
          <p:cNvSpPr>
            <a:spLocks noGrp="1"/>
          </p:cNvSpPr>
          <p:nvPr>
            <p:ph type="dt" sz="half" idx="10"/>
          </p:nvPr>
        </p:nvSpPr>
        <p:spPr/>
        <p:txBody>
          <a:bodyPr/>
          <a:lstStyle/>
          <a:p>
            <a:fld id="{CFBAF02D-ED9F-4C20-9D1C-7FD6D1FB76AA}" type="datetimeFigureOut">
              <a:rPr lang="en-CA" smtClean="0"/>
              <a:t>2025-11-28</a:t>
            </a:fld>
            <a:endParaRPr lang="en-CA"/>
          </a:p>
        </p:txBody>
      </p:sp>
      <p:sp>
        <p:nvSpPr>
          <p:cNvPr id="6" name="Footer Placeholder 5">
            <a:extLst>
              <a:ext uri="{FF2B5EF4-FFF2-40B4-BE49-F238E27FC236}">
                <a16:creationId xmlns:a16="http://schemas.microsoft.com/office/drawing/2014/main" id="{CD48D002-B53D-671B-31DA-7D1F4F6476BC}"/>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125A59BB-5E68-AADE-5C54-8362A566D389}"/>
              </a:ext>
            </a:extLst>
          </p:cNvPr>
          <p:cNvSpPr>
            <a:spLocks noGrp="1"/>
          </p:cNvSpPr>
          <p:nvPr>
            <p:ph type="sldNum" sz="quarter" idx="12"/>
          </p:nvPr>
        </p:nvSpPr>
        <p:spPr/>
        <p:txBody>
          <a:bodyPr/>
          <a:lstStyle/>
          <a:p>
            <a:fld id="{75895A98-5B29-4BD3-A6A7-22CF509E8048}" type="slidenum">
              <a:rPr lang="en-CA" smtClean="0"/>
              <a:t>‹#›</a:t>
            </a:fld>
            <a:endParaRPr lang="en-CA"/>
          </a:p>
        </p:txBody>
      </p:sp>
    </p:spTree>
    <p:extLst>
      <p:ext uri="{BB962C8B-B14F-4D97-AF65-F5344CB8AC3E}">
        <p14:creationId xmlns:p14="http://schemas.microsoft.com/office/powerpoint/2010/main" val="23094182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239421-6D03-8BAE-AAB9-8E4A17B20A18}"/>
              </a:ext>
            </a:extLst>
          </p:cNvPr>
          <p:cNvSpPr>
            <a:spLocks noGrp="1"/>
          </p:cNvSpPr>
          <p:nvPr>
            <p:ph type="title"/>
          </p:nvPr>
        </p:nvSpPr>
        <p:spPr>
          <a:xfrm>
            <a:off x="839788" y="365125"/>
            <a:ext cx="10515600" cy="1325563"/>
          </a:xfrm>
        </p:spPr>
        <p:txBody>
          <a:bodyPr/>
          <a:lstStyle/>
          <a:p>
            <a:r>
              <a:rPr lang="en-US"/>
              <a:t>Click to edit Master title style</a:t>
            </a:r>
            <a:endParaRPr lang="en-CA"/>
          </a:p>
        </p:txBody>
      </p:sp>
      <p:sp>
        <p:nvSpPr>
          <p:cNvPr id="3" name="Text Placeholder 2">
            <a:extLst>
              <a:ext uri="{FF2B5EF4-FFF2-40B4-BE49-F238E27FC236}">
                <a16:creationId xmlns:a16="http://schemas.microsoft.com/office/drawing/2014/main" id="{81127805-4CF2-9FBC-71A3-8CDAB1383B8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A682459-50D2-F4BE-AE49-E983F7FBDC1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a:extLst>
              <a:ext uri="{FF2B5EF4-FFF2-40B4-BE49-F238E27FC236}">
                <a16:creationId xmlns:a16="http://schemas.microsoft.com/office/drawing/2014/main" id="{3D661871-6329-C1CE-72D6-B15BA4383E3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F7B51AC-BDB7-C44A-CD6D-3B53CC9F535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6">
            <a:extLst>
              <a:ext uri="{FF2B5EF4-FFF2-40B4-BE49-F238E27FC236}">
                <a16:creationId xmlns:a16="http://schemas.microsoft.com/office/drawing/2014/main" id="{F0AFE25C-A828-033C-1A74-DEBEDE2DA419}"/>
              </a:ext>
            </a:extLst>
          </p:cNvPr>
          <p:cNvSpPr>
            <a:spLocks noGrp="1"/>
          </p:cNvSpPr>
          <p:nvPr>
            <p:ph type="dt" sz="half" idx="10"/>
          </p:nvPr>
        </p:nvSpPr>
        <p:spPr/>
        <p:txBody>
          <a:bodyPr/>
          <a:lstStyle/>
          <a:p>
            <a:fld id="{CFBAF02D-ED9F-4C20-9D1C-7FD6D1FB76AA}" type="datetimeFigureOut">
              <a:rPr lang="en-CA" smtClean="0"/>
              <a:t>2025-11-28</a:t>
            </a:fld>
            <a:endParaRPr lang="en-CA"/>
          </a:p>
        </p:txBody>
      </p:sp>
      <p:sp>
        <p:nvSpPr>
          <p:cNvPr id="8" name="Footer Placeholder 7">
            <a:extLst>
              <a:ext uri="{FF2B5EF4-FFF2-40B4-BE49-F238E27FC236}">
                <a16:creationId xmlns:a16="http://schemas.microsoft.com/office/drawing/2014/main" id="{23856032-921E-1EA3-0892-D858C32421EC}"/>
              </a:ext>
            </a:extLst>
          </p:cNvPr>
          <p:cNvSpPr>
            <a:spLocks noGrp="1"/>
          </p:cNvSpPr>
          <p:nvPr>
            <p:ph type="ftr" sz="quarter" idx="11"/>
          </p:nvPr>
        </p:nvSpPr>
        <p:spPr/>
        <p:txBody>
          <a:bodyPr/>
          <a:lstStyle/>
          <a:p>
            <a:endParaRPr lang="en-CA"/>
          </a:p>
        </p:txBody>
      </p:sp>
      <p:sp>
        <p:nvSpPr>
          <p:cNvPr id="9" name="Slide Number Placeholder 8">
            <a:extLst>
              <a:ext uri="{FF2B5EF4-FFF2-40B4-BE49-F238E27FC236}">
                <a16:creationId xmlns:a16="http://schemas.microsoft.com/office/drawing/2014/main" id="{0E4CFB02-8B4C-1744-A503-9A7C3658EDE7}"/>
              </a:ext>
            </a:extLst>
          </p:cNvPr>
          <p:cNvSpPr>
            <a:spLocks noGrp="1"/>
          </p:cNvSpPr>
          <p:nvPr>
            <p:ph type="sldNum" sz="quarter" idx="12"/>
          </p:nvPr>
        </p:nvSpPr>
        <p:spPr/>
        <p:txBody>
          <a:bodyPr/>
          <a:lstStyle/>
          <a:p>
            <a:fld id="{75895A98-5B29-4BD3-A6A7-22CF509E8048}" type="slidenum">
              <a:rPr lang="en-CA" smtClean="0"/>
              <a:t>‹#›</a:t>
            </a:fld>
            <a:endParaRPr lang="en-CA"/>
          </a:p>
        </p:txBody>
      </p:sp>
    </p:spTree>
    <p:extLst>
      <p:ext uri="{BB962C8B-B14F-4D97-AF65-F5344CB8AC3E}">
        <p14:creationId xmlns:p14="http://schemas.microsoft.com/office/powerpoint/2010/main" val="32912792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2C0036-389F-8506-23CF-F8FE6613E2D9}"/>
              </a:ext>
            </a:extLst>
          </p:cNvPr>
          <p:cNvSpPr>
            <a:spLocks noGrp="1"/>
          </p:cNvSpPr>
          <p:nvPr>
            <p:ph type="title"/>
          </p:nvPr>
        </p:nvSpPr>
        <p:spPr/>
        <p:txBody>
          <a:bodyPr/>
          <a:lstStyle/>
          <a:p>
            <a:r>
              <a:rPr lang="en-US"/>
              <a:t>Click to edit Master title style</a:t>
            </a:r>
            <a:endParaRPr lang="en-CA"/>
          </a:p>
        </p:txBody>
      </p:sp>
      <p:sp>
        <p:nvSpPr>
          <p:cNvPr id="3" name="Date Placeholder 2">
            <a:extLst>
              <a:ext uri="{FF2B5EF4-FFF2-40B4-BE49-F238E27FC236}">
                <a16:creationId xmlns:a16="http://schemas.microsoft.com/office/drawing/2014/main" id="{6C7228DB-3FE6-E334-234D-FFB56A20F318}"/>
              </a:ext>
            </a:extLst>
          </p:cNvPr>
          <p:cNvSpPr>
            <a:spLocks noGrp="1"/>
          </p:cNvSpPr>
          <p:nvPr>
            <p:ph type="dt" sz="half" idx="10"/>
          </p:nvPr>
        </p:nvSpPr>
        <p:spPr/>
        <p:txBody>
          <a:bodyPr/>
          <a:lstStyle/>
          <a:p>
            <a:fld id="{CFBAF02D-ED9F-4C20-9D1C-7FD6D1FB76AA}" type="datetimeFigureOut">
              <a:rPr lang="en-CA" smtClean="0"/>
              <a:t>2025-11-28</a:t>
            </a:fld>
            <a:endParaRPr lang="en-CA"/>
          </a:p>
        </p:txBody>
      </p:sp>
      <p:sp>
        <p:nvSpPr>
          <p:cNvPr id="4" name="Footer Placeholder 3">
            <a:extLst>
              <a:ext uri="{FF2B5EF4-FFF2-40B4-BE49-F238E27FC236}">
                <a16:creationId xmlns:a16="http://schemas.microsoft.com/office/drawing/2014/main" id="{FCD7C4C8-BCD8-AFE5-2347-5E88D015B542}"/>
              </a:ext>
            </a:extLst>
          </p:cNvPr>
          <p:cNvSpPr>
            <a:spLocks noGrp="1"/>
          </p:cNvSpPr>
          <p:nvPr>
            <p:ph type="ftr" sz="quarter" idx="11"/>
          </p:nvPr>
        </p:nvSpPr>
        <p:spPr/>
        <p:txBody>
          <a:bodyPr/>
          <a:lstStyle/>
          <a:p>
            <a:endParaRPr lang="en-CA"/>
          </a:p>
        </p:txBody>
      </p:sp>
      <p:sp>
        <p:nvSpPr>
          <p:cNvPr id="5" name="Slide Number Placeholder 4">
            <a:extLst>
              <a:ext uri="{FF2B5EF4-FFF2-40B4-BE49-F238E27FC236}">
                <a16:creationId xmlns:a16="http://schemas.microsoft.com/office/drawing/2014/main" id="{98D12DFA-3DE0-5381-B4D3-B35CA8AA217A}"/>
              </a:ext>
            </a:extLst>
          </p:cNvPr>
          <p:cNvSpPr>
            <a:spLocks noGrp="1"/>
          </p:cNvSpPr>
          <p:nvPr>
            <p:ph type="sldNum" sz="quarter" idx="12"/>
          </p:nvPr>
        </p:nvSpPr>
        <p:spPr/>
        <p:txBody>
          <a:bodyPr/>
          <a:lstStyle/>
          <a:p>
            <a:fld id="{75895A98-5B29-4BD3-A6A7-22CF509E8048}" type="slidenum">
              <a:rPr lang="en-CA" smtClean="0"/>
              <a:t>‹#›</a:t>
            </a:fld>
            <a:endParaRPr lang="en-CA"/>
          </a:p>
        </p:txBody>
      </p:sp>
    </p:spTree>
    <p:extLst>
      <p:ext uri="{BB962C8B-B14F-4D97-AF65-F5344CB8AC3E}">
        <p14:creationId xmlns:p14="http://schemas.microsoft.com/office/powerpoint/2010/main" val="3811204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F921F9D-8EC6-639D-CA92-CAA6E17E4E9C}"/>
              </a:ext>
            </a:extLst>
          </p:cNvPr>
          <p:cNvSpPr>
            <a:spLocks noGrp="1"/>
          </p:cNvSpPr>
          <p:nvPr>
            <p:ph type="dt" sz="half" idx="10"/>
          </p:nvPr>
        </p:nvSpPr>
        <p:spPr/>
        <p:txBody>
          <a:bodyPr/>
          <a:lstStyle/>
          <a:p>
            <a:fld id="{CFBAF02D-ED9F-4C20-9D1C-7FD6D1FB76AA}" type="datetimeFigureOut">
              <a:rPr lang="en-CA" smtClean="0"/>
              <a:t>2025-11-28</a:t>
            </a:fld>
            <a:endParaRPr lang="en-CA"/>
          </a:p>
        </p:txBody>
      </p:sp>
      <p:sp>
        <p:nvSpPr>
          <p:cNvPr id="3" name="Footer Placeholder 2">
            <a:extLst>
              <a:ext uri="{FF2B5EF4-FFF2-40B4-BE49-F238E27FC236}">
                <a16:creationId xmlns:a16="http://schemas.microsoft.com/office/drawing/2014/main" id="{936FDC56-48DD-7368-C3F4-1D1480C0E358}"/>
              </a:ext>
            </a:extLst>
          </p:cNvPr>
          <p:cNvSpPr>
            <a:spLocks noGrp="1"/>
          </p:cNvSpPr>
          <p:nvPr>
            <p:ph type="ftr" sz="quarter" idx="11"/>
          </p:nvPr>
        </p:nvSpPr>
        <p:spPr/>
        <p:txBody>
          <a:bodyPr/>
          <a:lstStyle/>
          <a:p>
            <a:endParaRPr lang="en-CA"/>
          </a:p>
        </p:txBody>
      </p:sp>
      <p:sp>
        <p:nvSpPr>
          <p:cNvPr id="4" name="Slide Number Placeholder 3">
            <a:extLst>
              <a:ext uri="{FF2B5EF4-FFF2-40B4-BE49-F238E27FC236}">
                <a16:creationId xmlns:a16="http://schemas.microsoft.com/office/drawing/2014/main" id="{9776475D-3FC0-CBD6-7B11-514008D7EC60}"/>
              </a:ext>
            </a:extLst>
          </p:cNvPr>
          <p:cNvSpPr>
            <a:spLocks noGrp="1"/>
          </p:cNvSpPr>
          <p:nvPr>
            <p:ph type="sldNum" sz="quarter" idx="12"/>
          </p:nvPr>
        </p:nvSpPr>
        <p:spPr/>
        <p:txBody>
          <a:bodyPr/>
          <a:lstStyle/>
          <a:p>
            <a:fld id="{75895A98-5B29-4BD3-A6A7-22CF509E8048}" type="slidenum">
              <a:rPr lang="en-CA" smtClean="0"/>
              <a:t>‹#›</a:t>
            </a:fld>
            <a:endParaRPr lang="en-CA"/>
          </a:p>
        </p:txBody>
      </p:sp>
    </p:spTree>
    <p:extLst>
      <p:ext uri="{BB962C8B-B14F-4D97-AF65-F5344CB8AC3E}">
        <p14:creationId xmlns:p14="http://schemas.microsoft.com/office/powerpoint/2010/main" val="3752401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85E996-CCB0-4F8B-4756-03904E4662E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Content Placeholder 2">
            <a:extLst>
              <a:ext uri="{FF2B5EF4-FFF2-40B4-BE49-F238E27FC236}">
                <a16:creationId xmlns:a16="http://schemas.microsoft.com/office/drawing/2014/main" id="{A163A2FF-1D8F-9C07-E00F-337266971D3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a:extLst>
              <a:ext uri="{FF2B5EF4-FFF2-40B4-BE49-F238E27FC236}">
                <a16:creationId xmlns:a16="http://schemas.microsoft.com/office/drawing/2014/main" id="{E30A22AA-5CE9-2069-9B23-A320DE44793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B3802CE-6ECC-CF46-DF16-58DC090EE914}"/>
              </a:ext>
            </a:extLst>
          </p:cNvPr>
          <p:cNvSpPr>
            <a:spLocks noGrp="1"/>
          </p:cNvSpPr>
          <p:nvPr>
            <p:ph type="dt" sz="half" idx="10"/>
          </p:nvPr>
        </p:nvSpPr>
        <p:spPr/>
        <p:txBody>
          <a:bodyPr/>
          <a:lstStyle/>
          <a:p>
            <a:fld id="{CFBAF02D-ED9F-4C20-9D1C-7FD6D1FB76AA}" type="datetimeFigureOut">
              <a:rPr lang="en-CA" smtClean="0"/>
              <a:t>2025-11-28</a:t>
            </a:fld>
            <a:endParaRPr lang="en-CA"/>
          </a:p>
        </p:txBody>
      </p:sp>
      <p:sp>
        <p:nvSpPr>
          <p:cNvPr id="6" name="Footer Placeholder 5">
            <a:extLst>
              <a:ext uri="{FF2B5EF4-FFF2-40B4-BE49-F238E27FC236}">
                <a16:creationId xmlns:a16="http://schemas.microsoft.com/office/drawing/2014/main" id="{749C0D61-ED6B-703E-DC91-3860A769A87F}"/>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89AF2728-8E7C-1301-B312-BD6F77133CEC}"/>
              </a:ext>
            </a:extLst>
          </p:cNvPr>
          <p:cNvSpPr>
            <a:spLocks noGrp="1"/>
          </p:cNvSpPr>
          <p:nvPr>
            <p:ph type="sldNum" sz="quarter" idx="12"/>
          </p:nvPr>
        </p:nvSpPr>
        <p:spPr/>
        <p:txBody>
          <a:bodyPr/>
          <a:lstStyle/>
          <a:p>
            <a:fld id="{75895A98-5B29-4BD3-A6A7-22CF509E8048}" type="slidenum">
              <a:rPr lang="en-CA" smtClean="0"/>
              <a:t>‹#›</a:t>
            </a:fld>
            <a:endParaRPr lang="en-CA"/>
          </a:p>
        </p:txBody>
      </p:sp>
    </p:spTree>
    <p:extLst>
      <p:ext uri="{BB962C8B-B14F-4D97-AF65-F5344CB8AC3E}">
        <p14:creationId xmlns:p14="http://schemas.microsoft.com/office/powerpoint/2010/main" val="13204915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59EFE2-BFDB-F948-A318-6A011ACEECB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Picture Placeholder 2">
            <a:extLst>
              <a:ext uri="{FF2B5EF4-FFF2-40B4-BE49-F238E27FC236}">
                <a16:creationId xmlns:a16="http://schemas.microsoft.com/office/drawing/2014/main" id="{C9ED1DE5-7E46-C423-BD30-3A91D4F58EC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A"/>
          </a:p>
        </p:txBody>
      </p:sp>
      <p:sp>
        <p:nvSpPr>
          <p:cNvPr id="4" name="Text Placeholder 3">
            <a:extLst>
              <a:ext uri="{FF2B5EF4-FFF2-40B4-BE49-F238E27FC236}">
                <a16:creationId xmlns:a16="http://schemas.microsoft.com/office/drawing/2014/main" id="{2B07F944-A59C-EA25-E618-9FB1E0334B2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3C74A20-C91F-FB17-D753-FE8780D8C790}"/>
              </a:ext>
            </a:extLst>
          </p:cNvPr>
          <p:cNvSpPr>
            <a:spLocks noGrp="1"/>
          </p:cNvSpPr>
          <p:nvPr>
            <p:ph type="dt" sz="half" idx="10"/>
          </p:nvPr>
        </p:nvSpPr>
        <p:spPr/>
        <p:txBody>
          <a:bodyPr/>
          <a:lstStyle/>
          <a:p>
            <a:fld id="{CFBAF02D-ED9F-4C20-9D1C-7FD6D1FB76AA}" type="datetimeFigureOut">
              <a:rPr lang="en-CA" smtClean="0"/>
              <a:t>2025-11-28</a:t>
            </a:fld>
            <a:endParaRPr lang="en-CA"/>
          </a:p>
        </p:txBody>
      </p:sp>
      <p:sp>
        <p:nvSpPr>
          <p:cNvPr id="6" name="Footer Placeholder 5">
            <a:extLst>
              <a:ext uri="{FF2B5EF4-FFF2-40B4-BE49-F238E27FC236}">
                <a16:creationId xmlns:a16="http://schemas.microsoft.com/office/drawing/2014/main" id="{0A4BA36F-E9CF-2440-B7F3-E5035145140D}"/>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63CD387A-7D07-9B4B-3D08-DF1FB152DDB0}"/>
              </a:ext>
            </a:extLst>
          </p:cNvPr>
          <p:cNvSpPr>
            <a:spLocks noGrp="1"/>
          </p:cNvSpPr>
          <p:nvPr>
            <p:ph type="sldNum" sz="quarter" idx="12"/>
          </p:nvPr>
        </p:nvSpPr>
        <p:spPr/>
        <p:txBody>
          <a:bodyPr/>
          <a:lstStyle/>
          <a:p>
            <a:fld id="{75895A98-5B29-4BD3-A6A7-22CF509E8048}" type="slidenum">
              <a:rPr lang="en-CA" smtClean="0"/>
              <a:t>‹#›</a:t>
            </a:fld>
            <a:endParaRPr lang="en-CA"/>
          </a:p>
        </p:txBody>
      </p:sp>
    </p:spTree>
    <p:extLst>
      <p:ext uri="{BB962C8B-B14F-4D97-AF65-F5344CB8AC3E}">
        <p14:creationId xmlns:p14="http://schemas.microsoft.com/office/powerpoint/2010/main" val="1895966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889490-9426-2BF6-224A-9E2EAE354ED5}"/>
              </a:ext>
            </a:extLst>
          </p:cNvPr>
          <p:cNvSpPr>
            <a:spLocks noGrp="1"/>
          </p:cNvSpPr>
          <p:nvPr>
            <p:ph type="title"/>
          </p:nvPr>
        </p:nvSpPr>
        <p:spPr/>
        <p:txBody>
          <a:bodyPr/>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6F330AC2-1A8E-314D-93C3-5CA9AA07987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27F5E40C-0C27-B4BD-7259-7CC33053A285}"/>
              </a:ext>
            </a:extLst>
          </p:cNvPr>
          <p:cNvSpPr>
            <a:spLocks noGrp="1"/>
          </p:cNvSpPr>
          <p:nvPr>
            <p:ph type="dt" sz="half" idx="10"/>
          </p:nvPr>
        </p:nvSpPr>
        <p:spPr/>
        <p:txBody>
          <a:bodyPr/>
          <a:lstStyle/>
          <a:p>
            <a:fld id="{CFBAF02D-ED9F-4C20-9D1C-7FD6D1FB76AA}" type="datetimeFigureOut">
              <a:rPr lang="en-CA" smtClean="0"/>
              <a:t>2025-11-28</a:t>
            </a:fld>
            <a:endParaRPr lang="en-CA"/>
          </a:p>
        </p:txBody>
      </p:sp>
      <p:sp>
        <p:nvSpPr>
          <p:cNvPr id="5" name="Footer Placeholder 4">
            <a:extLst>
              <a:ext uri="{FF2B5EF4-FFF2-40B4-BE49-F238E27FC236}">
                <a16:creationId xmlns:a16="http://schemas.microsoft.com/office/drawing/2014/main" id="{21FED0C6-C033-C44C-2323-0308697B079F}"/>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F5A83267-3E38-8BD2-0A95-874FDD33EE23}"/>
              </a:ext>
            </a:extLst>
          </p:cNvPr>
          <p:cNvSpPr>
            <a:spLocks noGrp="1"/>
          </p:cNvSpPr>
          <p:nvPr>
            <p:ph type="sldNum" sz="quarter" idx="12"/>
          </p:nvPr>
        </p:nvSpPr>
        <p:spPr/>
        <p:txBody>
          <a:bodyPr/>
          <a:lstStyle/>
          <a:p>
            <a:fld id="{75895A98-5B29-4BD3-A6A7-22CF509E8048}" type="slidenum">
              <a:rPr lang="en-CA" smtClean="0"/>
              <a:t>‹#›</a:t>
            </a:fld>
            <a:endParaRPr lang="en-CA"/>
          </a:p>
        </p:txBody>
      </p:sp>
    </p:spTree>
    <p:extLst>
      <p:ext uri="{BB962C8B-B14F-4D97-AF65-F5344CB8AC3E}">
        <p14:creationId xmlns:p14="http://schemas.microsoft.com/office/powerpoint/2010/main" val="12079348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B4C8063-DB34-1BB5-C089-40D44AB0F45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A8E25977-ACD3-F931-5ED1-F27E52DCB9E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7A7ED00B-134A-F24E-EE86-3D7DDD236A45}"/>
              </a:ext>
            </a:extLst>
          </p:cNvPr>
          <p:cNvSpPr>
            <a:spLocks noGrp="1"/>
          </p:cNvSpPr>
          <p:nvPr>
            <p:ph type="dt" sz="half" idx="10"/>
          </p:nvPr>
        </p:nvSpPr>
        <p:spPr/>
        <p:txBody>
          <a:bodyPr/>
          <a:lstStyle/>
          <a:p>
            <a:fld id="{CFBAF02D-ED9F-4C20-9D1C-7FD6D1FB76AA}" type="datetimeFigureOut">
              <a:rPr lang="en-CA" smtClean="0"/>
              <a:t>2025-11-28</a:t>
            </a:fld>
            <a:endParaRPr lang="en-CA"/>
          </a:p>
        </p:txBody>
      </p:sp>
      <p:sp>
        <p:nvSpPr>
          <p:cNvPr id="5" name="Footer Placeholder 4">
            <a:extLst>
              <a:ext uri="{FF2B5EF4-FFF2-40B4-BE49-F238E27FC236}">
                <a16:creationId xmlns:a16="http://schemas.microsoft.com/office/drawing/2014/main" id="{B2677906-33FD-B008-3DB3-C2A66F54C424}"/>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308D06D5-1C63-647E-75AD-CAFD857A07DB}"/>
              </a:ext>
            </a:extLst>
          </p:cNvPr>
          <p:cNvSpPr>
            <a:spLocks noGrp="1"/>
          </p:cNvSpPr>
          <p:nvPr>
            <p:ph type="sldNum" sz="quarter" idx="12"/>
          </p:nvPr>
        </p:nvSpPr>
        <p:spPr/>
        <p:txBody>
          <a:bodyPr/>
          <a:lstStyle/>
          <a:p>
            <a:fld id="{75895A98-5B29-4BD3-A6A7-22CF509E8048}" type="slidenum">
              <a:rPr lang="en-CA" smtClean="0"/>
              <a:t>‹#›</a:t>
            </a:fld>
            <a:endParaRPr lang="en-CA"/>
          </a:p>
        </p:txBody>
      </p:sp>
    </p:spTree>
    <p:extLst>
      <p:ext uri="{BB962C8B-B14F-4D97-AF65-F5344CB8AC3E}">
        <p14:creationId xmlns:p14="http://schemas.microsoft.com/office/powerpoint/2010/main" val="22919563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5D4AAA-947B-C171-A278-1175ABFEAF2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CA"/>
          </a:p>
        </p:txBody>
      </p:sp>
      <p:sp>
        <p:nvSpPr>
          <p:cNvPr id="3" name="Text Placeholder 2">
            <a:extLst>
              <a:ext uri="{FF2B5EF4-FFF2-40B4-BE49-F238E27FC236}">
                <a16:creationId xmlns:a16="http://schemas.microsoft.com/office/drawing/2014/main" id="{AD738349-C6E8-C073-F29F-3FE96A20FBF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6ABA66E7-2E8E-7948-BE61-B18D4BC3C8D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FBAF02D-ED9F-4C20-9D1C-7FD6D1FB76AA}" type="datetimeFigureOut">
              <a:rPr lang="en-CA" smtClean="0"/>
              <a:t>2025-11-28</a:t>
            </a:fld>
            <a:endParaRPr lang="en-CA"/>
          </a:p>
        </p:txBody>
      </p:sp>
      <p:sp>
        <p:nvSpPr>
          <p:cNvPr id="5" name="Footer Placeholder 4">
            <a:extLst>
              <a:ext uri="{FF2B5EF4-FFF2-40B4-BE49-F238E27FC236}">
                <a16:creationId xmlns:a16="http://schemas.microsoft.com/office/drawing/2014/main" id="{D18FA521-96EB-6174-5212-DD9B14BEC9F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CA"/>
          </a:p>
        </p:txBody>
      </p:sp>
      <p:sp>
        <p:nvSpPr>
          <p:cNvPr id="6" name="Slide Number Placeholder 5">
            <a:extLst>
              <a:ext uri="{FF2B5EF4-FFF2-40B4-BE49-F238E27FC236}">
                <a16:creationId xmlns:a16="http://schemas.microsoft.com/office/drawing/2014/main" id="{D919F205-1024-4928-AF30-36252C99207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5895A98-5B29-4BD3-A6A7-22CF509E8048}" type="slidenum">
              <a:rPr lang="en-CA" smtClean="0"/>
              <a:t>‹#›</a:t>
            </a:fld>
            <a:endParaRPr lang="en-CA"/>
          </a:p>
        </p:txBody>
      </p:sp>
    </p:spTree>
    <p:extLst>
      <p:ext uri="{BB962C8B-B14F-4D97-AF65-F5344CB8AC3E}">
        <p14:creationId xmlns:p14="http://schemas.microsoft.com/office/powerpoint/2010/main" val="172300520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419FDE-6EEC-CDD2-D4AA-E7CECDC5368F}"/>
              </a:ext>
            </a:extLst>
          </p:cNvPr>
          <p:cNvSpPr>
            <a:spLocks noGrp="1"/>
          </p:cNvSpPr>
          <p:nvPr>
            <p:ph type="ctrTitle"/>
          </p:nvPr>
        </p:nvSpPr>
        <p:spPr/>
        <p:txBody>
          <a:bodyPr/>
          <a:lstStyle/>
          <a:p>
            <a:r>
              <a:rPr lang="en-CA" dirty="0"/>
              <a:t>Wireless and Mobile Final Project</a:t>
            </a:r>
          </a:p>
        </p:txBody>
      </p:sp>
      <p:sp>
        <p:nvSpPr>
          <p:cNvPr id="3" name="Subtitle 2">
            <a:extLst>
              <a:ext uri="{FF2B5EF4-FFF2-40B4-BE49-F238E27FC236}">
                <a16:creationId xmlns:a16="http://schemas.microsoft.com/office/drawing/2014/main" id="{E0325172-238B-A57B-40FC-DAD45D1C23DD}"/>
              </a:ext>
            </a:extLst>
          </p:cNvPr>
          <p:cNvSpPr>
            <a:spLocks noGrp="1"/>
          </p:cNvSpPr>
          <p:nvPr>
            <p:ph type="subTitle" idx="1"/>
          </p:nvPr>
        </p:nvSpPr>
        <p:spPr/>
        <p:txBody>
          <a:bodyPr/>
          <a:lstStyle/>
          <a:p>
            <a:endParaRPr lang="en-CA"/>
          </a:p>
        </p:txBody>
      </p:sp>
    </p:spTree>
    <p:extLst>
      <p:ext uri="{BB962C8B-B14F-4D97-AF65-F5344CB8AC3E}">
        <p14:creationId xmlns:p14="http://schemas.microsoft.com/office/powerpoint/2010/main" val="37733086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1F74DE-1825-9799-5F7B-85473DBF8F2B}"/>
              </a:ext>
            </a:extLst>
          </p:cNvPr>
          <p:cNvSpPr>
            <a:spLocks noGrp="1"/>
          </p:cNvSpPr>
          <p:nvPr>
            <p:ph type="title"/>
          </p:nvPr>
        </p:nvSpPr>
        <p:spPr/>
        <p:txBody>
          <a:bodyPr/>
          <a:lstStyle/>
          <a:p>
            <a:r>
              <a:rPr lang="en-CA" dirty="0"/>
              <a:t>Cybernet01 Router Hack</a:t>
            </a:r>
          </a:p>
        </p:txBody>
      </p:sp>
      <p:sp>
        <p:nvSpPr>
          <p:cNvPr id="3" name="Content Placeholder 2">
            <a:extLst>
              <a:ext uri="{FF2B5EF4-FFF2-40B4-BE49-F238E27FC236}">
                <a16:creationId xmlns:a16="http://schemas.microsoft.com/office/drawing/2014/main" id="{54F8A76E-4301-426E-BFF9-C0EDE942FED4}"/>
              </a:ext>
            </a:extLst>
          </p:cNvPr>
          <p:cNvSpPr>
            <a:spLocks noGrp="1"/>
          </p:cNvSpPr>
          <p:nvPr>
            <p:ph sz="half" idx="1"/>
          </p:nvPr>
        </p:nvSpPr>
        <p:spPr/>
        <p:txBody>
          <a:bodyPr>
            <a:normAutofit/>
          </a:bodyPr>
          <a:lstStyle/>
          <a:p>
            <a:r>
              <a:rPr lang="en-CA" sz="1800" dirty="0"/>
              <a:t>First thing I did was run the command “</a:t>
            </a:r>
            <a:r>
              <a:rPr lang="en-CA" sz="1800" dirty="0" err="1"/>
              <a:t>sudo</a:t>
            </a:r>
            <a:r>
              <a:rPr lang="en-CA" sz="1800" dirty="0"/>
              <a:t> </a:t>
            </a:r>
            <a:r>
              <a:rPr lang="en-CA" sz="1800" dirty="0" err="1"/>
              <a:t>airmon</a:t>
            </a:r>
            <a:r>
              <a:rPr lang="en-CA" sz="1800" dirty="0"/>
              <a:t>-ng check kill” to stop any processes that might interfere with our kali tools.</a:t>
            </a:r>
          </a:p>
          <a:p>
            <a:r>
              <a:rPr lang="en-CA" sz="1800" dirty="0"/>
              <a:t>Next, I ran the command “</a:t>
            </a:r>
            <a:r>
              <a:rPr lang="en-CA" sz="1800" dirty="0" err="1"/>
              <a:t>sudo</a:t>
            </a:r>
            <a:r>
              <a:rPr lang="en-CA" sz="1800" dirty="0"/>
              <a:t> </a:t>
            </a:r>
            <a:r>
              <a:rPr lang="en-CA" sz="1800" dirty="0" err="1"/>
              <a:t>airmon</a:t>
            </a:r>
            <a:r>
              <a:rPr lang="en-CA" sz="1800" dirty="0"/>
              <a:t>-ng start wlan0” to put the Wi-fi adapter into monitor mode.</a:t>
            </a:r>
          </a:p>
          <a:p>
            <a:r>
              <a:rPr lang="en-CA" sz="1800" dirty="0"/>
              <a:t>The command “</a:t>
            </a:r>
            <a:r>
              <a:rPr lang="en-CA" sz="1800" dirty="0" err="1"/>
              <a:t>iw</a:t>
            </a:r>
            <a:r>
              <a:rPr lang="en-CA" sz="1800" dirty="0"/>
              <a:t> dev” confirms that the adapter is in monitor mode.</a:t>
            </a:r>
          </a:p>
        </p:txBody>
      </p:sp>
      <p:pic>
        <p:nvPicPr>
          <p:cNvPr id="6" name="Content Placeholder 5" descr="A screenshot of a computer&#10;&#10;AI-generated content may be incorrect.">
            <a:extLst>
              <a:ext uri="{FF2B5EF4-FFF2-40B4-BE49-F238E27FC236}">
                <a16:creationId xmlns:a16="http://schemas.microsoft.com/office/drawing/2014/main" id="{0E98134E-3D87-302A-D808-3B56416E33A8}"/>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019801" y="1825625"/>
            <a:ext cx="6086474" cy="4351337"/>
          </a:xfrm>
        </p:spPr>
      </p:pic>
    </p:spTree>
    <p:extLst>
      <p:ext uri="{BB962C8B-B14F-4D97-AF65-F5344CB8AC3E}">
        <p14:creationId xmlns:p14="http://schemas.microsoft.com/office/powerpoint/2010/main" val="35955812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094B1-9884-7C5C-5412-2D2F50D1E440}"/>
              </a:ext>
            </a:extLst>
          </p:cNvPr>
          <p:cNvSpPr>
            <a:spLocks noGrp="1"/>
          </p:cNvSpPr>
          <p:nvPr>
            <p:ph type="title"/>
          </p:nvPr>
        </p:nvSpPr>
        <p:spPr/>
        <p:txBody>
          <a:bodyPr/>
          <a:lstStyle/>
          <a:p>
            <a:r>
              <a:rPr lang="en-CA" dirty="0"/>
              <a:t>Cybernet01 Router Hack</a:t>
            </a:r>
          </a:p>
        </p:txBody>
      </p:sp>
      <p:sp>
        <p:nvSpPr>
          <p:cNvPr id="3" name="Content Placeholder 2">
            <a:extLst>
              <a:ext uri="{FF2B5EF4-FFF2-40B4-BE49-F238E27FC236}">
                <a16:creationId xmlns:a16="http://schemas.microsoft.com/office/drawing/2014/main" id="{EF79771F-4890-83D4-313F-0E3B63AA8B36}"/>
              </a:ext>
            </a:extLst>
          </p:cNvPr>
          <p:cNvSpPr>
            <a:spLocks noGrp="1"/>
          </p:cNvSpPr>
          <p:nvPr>
            <p:ph sz="half" idx="1"/>
          </p:nvPr>
        </p:nvSpPr>
        <p:spPr/>
        <p:txBody>
          <a:bodyPr>
            <a:normAutofit/>
          </a:bodyPr>
          <a:lstStyle/>
          <a:p>
            <a:r>
              <a:rPr lang="en-CA" sz="1800" dirty="0"/>
              <a:t>Then I run the command “</a:t>
            </a:r>
            <a:r>
              <a:rPr lang="en-CA" sz="1800" dirty="0" err="1"/>
              <a:t>sudo</a:t>
            </a:r>
            <a:r>
              <a:rPr lang="en-CA" sz="1800" dirty="0"/>
              <a:t> </a:t>
            </a:r>
            <a:r>
              <a:rPr lang="en-CA" sz="1800" dirty="0" err="1"/>
              <a:t>airodump</a:t>
            </a:r>
            <a:r>
              <a:rPr lang="en-CA" sz="1800" dirty="0"/>
              <a:t>-ng wlan0” to show all detected access points within range, this is where we get the BSSID for the cybernet01 router, what channel it is using, and the strength of the signal.</a:t>
            </a:r>
          </a:p>
          <a:p>
            <a:endParaRPr lang="en-CA" sz="1800" dirty="0"/>
          </a:p>
        </p:txBody>
      </p:sp>
      <p:pic>
        <p:nvPicPr>
          <p:cNvPr id="10" name="Content Placeholder 9" descr="A screen shot of a computer&#10;&#10;AI-generated content may be incorrect.">
            <a:extLst>
              <a:ext uri="{FF2B5EF4-FFF2-40B4-BE49-F238E27FC236}">
                <a16:creationId xmlns:a16="http://schemas.microsoft.com/office/drawing/2014/main" id="{985D8FCB-0C73-FA53-6633-224F497EDE46}"/>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019800" y="1825625"/>
            <a:ext cx="6172200" cy="4351338"/>
          </a:xfrm>
        </p:spPr>
      </p:pic>
    </p:spTree>
    <p:extLst>
      <p:ext uri="{BB962C8B-B14F-4D97-AF65-F5344CB8AC3E}">
        <p14:creationId xmlns:p14="http://schemas.microsoft.com/office/powerpoint/2010/main" val="2748594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E1F43F-46C3-61A1-F266-84182FEEEEE3}"/>
              </a:ext>
            </a:extLst>
          </p:cNvPr>
          <p:cNvSpPr>
            <a:spLocks noGrp="1"/>
          </p:cNvSpPr>
          <p:nvPr>
            <p:ph type="title"/>
          </p:nvPr>
        </p:nvSpPr>
        <p:spPr/>
        <p:txBody>
          <a:bodyPr/>
          <a:lstStyle/>
          <a:p>
            <a:r>
              <a:rPr lang="en-CA" dirty="0"/>
              <a:t>Cybernet01 Router hack</a:t>
            </a:r>
          </a:p>
        </p:txBody>
      </p:sp>
      <p:sp>
        <p:nvSpPr>
          <p:cNvPr id="3" name="Content Placeholder 2">
            <a:extLst>
              <a:ext uri="{FF2B5EF4-FFF2-40B4-BE49-F238E27FC236}">
                <a16:creationId xmlns:a16="http://schemas.microsoft.com/office/drawing/2014/main" id="{07B37154-AB64-BC04-324C-1756FA59A5E4}"/>
              </a:ext>
            </a:extLst>
          </p:cNvPr>
          <p:cNvSpPr>
            <a:spLocks noGrp="1"/>
          </p:cNvSpPr>
          <p:nvPr>
            <p:ph sz="half" idx="1"/>
          </p:nvPr>
        </p:nvSpPr>
        <p:spPr/>
        <p:txBody>
          <a:bodyPr>
            <a:normAutofit/>
          </a:bodyPr>
          <a:lstStyle/>
          <a:p>
            <a:r>
              <a:rPr lang="en-CA" sz="1800" dirty="0"/>
              <a:t>The command “</a:t>
            </a:r>
            <a:r>
              <a:rPr lang="en-CA" sz="1800" dirty="0" err="1"/>
              <a:t>sudo</a:t>
            </a:r>
            <a:r>
              <a:rPr lang="en-CA" sz="1800" dirty="0"/>
              <a:t> </a:t>
            </a:r>
            <a:r>
              <a:rPr lang="en-CA" sz="1800" dirty="0" err="1"/>
              <a:t>airodump</a:t>
            </a:r>
            <a:r>
              <a:rPr lang="en-CA" sz="1800" dirty="0"/>
              <a:t>-ng –w captures –-</a:t>
            </a:r>
            <a:r>
              <a:rPr lang="en-CA" sz="1800" dirty="0" err="1"/>
              <a:t>bssid</a:t>
            </a:r>
            <a:r>
              <a:rPr lang="en-CA" sz="1800" dirty="0"/>
              <a:t> 00:22:6B:64:2D:9D wlan0” lets me capture the frames and write them to a file that we can analyze with </a:t>
            </a:r>
            <a:r>
              <a:rPr lang="en-CA" sz="1800" dirty="0" err="1"/>
              <a:t>wireshark</a:t>
            </a:r>
            <a:r>
              <a:rPr lang="en-CA" sz="1800" dirty="0"/>
              <a:t>.</a:t>
            </a:r>
          </a:p>
          <a:p>
            <a:endParaRPr lang="en-CA" sz="1800" dirty="0"/>
          </a:p>
        </p:txBody>
      </p:sp>
      <p:pic>
        <p:nvPicPr>
          <p:cNvPr id="6" name="Content Placeholder 5" descr="A screen shot of a computer&#10;&#10;AI-generated content may be incorrect.">
            <a:extLst>
              <a:ext uri="{FF2B5EF4-FFF2-40B4-BE49-F238E27FC236}">
                <a16:creationId xmlns:a16="http://schemas.microsoft.com/office/drawing/2014/main" id="{4E19970E-30A3-7360-EE2D-693EF1DCBDBF}"/>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019800" y="1690687"/>
            <a:ext cx="6172200" cy="4486275"/>
          </a:xfrm>
        </p:spPr>
      </p:pic>
    </p:spTree>
    <p:extLst>
      <p:ext uri="{BB962C8B-B14F-4D97-AF65-F5344CB8AC3E}">
        <p14:creationId xmlns:p14="http://schemas.microsoft.com/office/powerpoint/2010/main" val="38272188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94D0B0-5575-2EEA-388C-E911B7E4804D}"/>
              </a:ext>
            </a:extLst>
          </p:cNvPr>
          <p:cNvSpPr>
            <a:spLocks noGrp="1"/>
          </p:cNvSpPr>
          <p:nvPr>
            <p:ph type="title"/>
          </p:nvPr>
        </p:nvSpPr>
        <p:spPr/>
        <p:txBody>
          <a:bodyPr/>
          <a:lstStyle/>
          <a:p>
            <a:r>
              <a:rPr lang="en-CA" dirty="0"/>
              <a:t>Cybernet01 Router Hack</a:t>
            </a:r>
          </a:p>
        </p:txBody>
      </p:sp>
      <p:sp>
        <p:nvSpPr>
          <p:cNvPr id="3" name="Content Placeholder 2">
            <a:extLst>
              <a:ext uri="{FF2B5EF4-FFF2-40B4-BE49-F238E27FC236}">
                <a16:creationId xmlns:a16="http://schemas.microsoft.com/office/drawing/2014/main" id="{F5E11BE1-BDCE-95F5-8A91-4CE9FD756250}"/>
              </a:ext>
            </a:extLst>
          </p:cNvPr>
          <p:cNvSpPr>
            <a:spLocks noGrp="1"/>
          </p:cNvSpPr>
          <p:nvPr>
            <p:ph sz="half" idx="1"/>
          </p:nvPr>
        </p:nvSpPr>
        <p:spPr/>
        <p:txBody>
          <a:bodyPr>
            <a:normAutofit/>
          </a:bodyPr>
          <a:lstStyle/>
          <a:p>
            <a:r>
              <a:rPr lang="en-CA" sz="1600" dirty="0"/>
              <a:t>Next, I run “</a:t>
            </a:r>
            <a:r>
              <a:rPr lang="en-CA" sz="1600" dirty="0" err="1"/>
              <a:t>sudo</a:t>
            </a:r>
            <a:r>
              <a:rPr lang="en-CA" sz="1600" dirty="0"/>
              <a:t> </a:t>
            </a:r>
            <a:r>
              <a:rPr lang="en-CA" sz="1600" dirty="0" err="1"/>
              <a:t>aireplay</a:t>
            </a:r>
            <a:r>
              <a:rPr lang="en-CA" sz="1600" dirty="0"/>
              <a:t>-ng –-</a:t>
            </a:r>
            <a:r>
              <a:rPr lang="en-CA" sz="1600" dirty="0" err="1"/>
              <a:t>deauth</a:t>
            </a:r>
            <a:r>
              <a:rPr lang="en-CA" sz="1600" dirty="0"/>
              <a:t> 0 –a 00:22:6B:64:2D:9D wlan0” Which will force clients connected to the router to disconnect, and when they attempt to connect again, we can capture the WPA handshake.</a:t>
            </a:r>
          </a:p>
        </p:txBody>
      </p:sp>
      <p:pic>
        <p:nvPicPr>
          <p:cNvPr id="6" name="Content Placeholder 5" descr="A screenshot of a computer&#10;&#10;AI-generated content may be incorrect.">
            <a:extLst>
              <a:ext uri="{FF2B5EF4-FFF2-40B4-BE49-F238E27FC236}">
                <a16:creationId xmlns:a16="http://schemas.microsoft.com/office/drawing/2014/main" id="{2E248C55-FDC7-C402-23CE-6DD281ED999D}"/>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019800" y="1825625"/>
            <a:ext cx="6172200" cy="4351338"/>
          </a:xfrm>
        </p:spPr>
      </p:pic>
    </p:spTree>
    <p:extLst>
      <p:ext uri="{BB962C8B-B14F-4D97-AF65-F5344CB8AC3E}">
        <p14:creationId xmlns:p14="http://schemas.microsoft.com/office/powerpoint/2010/main" val="33716431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6DF8AF-B8D2-BA8C-5EB3-9C67EA0F0322}"/>
              </a:ext>
            </a:extLst>
          </p:cNvPr>
          <p:cNvSpPr>
            <a:spLocks noGrp="1"/>
          </p:cNvSpPr>
          <p:nvPr>
            <p:ph type="title"/>
          </p:nvPr>
        </p:nvSpPr>
        <p:spPr/>
        <p:txBody>
          <a:bodyPr/>
          <a:lstStyle/>
          <a:p>
            <a:r>
              <a:rPr lang="en-CA" dirty="0"/>
              <a:t>Cybernet01 Router Hack</a:t>
            </a:r>
          </a:p>
        </p:txBody>
      </p:sp>
      <p:sp>
        <p:nvSpPr>
          <p:cNvPr id="3" name="Content Placeholder 2">
            <a:extLst>
              <a:ext uri="{FF2B5EF4-FFF2-40B4-BE49-F238E27FC236}">
                <a16:creationId xmlns:a16="http://schemas.microsoft.com/office/drawing/2014/main" id="{DBB29BEC-94C0-94C4-4EEB-ED0B7A046D27}"/>
              </a:ext>
            </a:extLst>
          </p:cNvPr>
          <p:cNvSpPr>
            <a:spLocks noGrp="1"/>
          </p:cNvSpPr>
          <p:nvPr>
            <p:ph sz="half" idx="1"/>
          </p:nvPr>
        </p:nvSpPr>
        <p:spPr/>
        <p:txBody>
          <a:bodyPr>
            <a:normAutofit/>
          </a:bodyPr>
          <a:lstStyle/>
          <a:p>
            <a:r>
              <a:rPr lang="en-CA" sz="1600" dirty="0"/>
              <a:t>To obtain the router credentials, we will use medusa.</a:t>
            </a:r>
          </a:p>
          <a:p>
            <a:r>
              <a:rPr lang="en-CA" sz="1600" dirty="0"/>
              <a:t>Once we obtain the Wi-Fi password for Cybernet01, we can use it to connect to the network.</a:t>
            </a:r>
          </a:p>
          <a:p>
            <a:r>
              <a:rPr lang="en-CA" sz="1600" dirty="0"/>
              <a:t>After that, I run the command “</a:t>
            </a:r>
            <a:r>
              <a:rPr lang="en-CA" sz="1600" dirty="0" err="1"/>
              <a:t>ip</a:t>
            </a:r>
            <a:r>
              <a:rPr lang="en-CA" sz="1600" dirty="0"/>
              <a:t> route” to obtain the router’s IP address which is 192.168.1.1</a:t>
            </a:r>
          </a:p>
          <a:p>
            <a:r>
              <a:rPr lang="en-CA" sz="1600" dirty="0"/>
              <a:t>Then we run “</a:t>
            </a:r>
            <a:r>
              <a:rPr lang="en-CA" sz="1600" dirty="0" err="1"/>
              <a:t>sudo</a:t>
            </a:r>
            <a:r>
              <a:rPr lang="en-CA" sz="1600" dirty="0"/>
              <a:t> medusa –h 192.168.1.1 –u admin</a:t>
            </a:r>
          </a:p>
          <a:p>
            <a:pPr marL="0" indent="0">
              <a:buNone/>
            </a:pPr>
            <a:r>
              <a:rPr lang="en-CA" sz="1600" dirty="0"/>
              <a:t>-P /</a:t>
            </a:r>
            <a:r>
              <a:rPr lang="en-CA" sz="1600" dirty="0" err="1"/>
              <a:t>usr</a:t>
            </a:r>
            <a:r>
              <a:rPr lang="en-CA" sz="1600" dirty="0"/>
              <a:t>/share/wordlists/rockyou.txt –M http”</a:t>
            </a:r>
          </a:p>
          <a:p>
            <a:r>
              <a:rPr lang="en-CA" sz="1600" dirty="0"/>
              <a:t>The –h attribute specifies the IP address, -u is the username we want to use, -P is the password, -M is the module.</a:t>
            </a:r>
          </a:p>
          <a:p>
            <a:r>
              <a:rPr lang="en-CA" sz="1600" dirty="0"/>
              <a:t>/</a:t>
            </a:r>
            <a:r>
              <a:rPr lang="en-CA" sz="1600" dirty="0" err="1"/>
              <a:t>usr</a:t>
            </a:r>
            <a:r>
              <a:rPr lang="en-CA" sz="1600" dirty="0"/>
              <a:t>/share/wordlists/rockyou.txt is a file containing millions of passwords that we can use to get into the router.</a:t>
            </a:r>
          </a:p>
        </p:txBody>
      </p:sp>
      <p:pic>
        <p:nvPicPr>
          <p:cNvPr id="6" name="Content Placeholder 5" descr="A screenshot of a computer&#10;&#10;AI-generated content may be incorrect.">
            <a:extLst>
              <a:ext uri="{FF2B5EF4-FFF2-40B4-BE49-F238E27FC236}">
                <a16:creationId xmlns:a16="http://schemas.microsoft.com/office/drawing/2014/main" id="{0A37F87B-5C5C-817F-E338-A3A6C765E342}"/>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019800" y="1825625"/>
            <a:ext cx="6172200" cy="4351338"/>
          </a:xfrm>
        </p:spPr>
      </p:pic>
    </p:spTree>
    <p:extLst>
      <p:ext uri="{BB962C8B-B14F-4D97-AF65-F5344CB8AC3E}">
        <p14:creationId xmlns:p14="http://schemas.microsoft.com/office/powerpoint/2010/main" val="27248313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089133-DB1D-2AFA-4583-9ABD9D45E79F}"/>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E6991D26-FEB7-D9CA-4C70-0C9C3822EBBD}"/>
              </a:ext>
            </a:extLst>
          </p:cNvPr>
          <p:cNvSpPr>
            <a:spLocks noGrp="1"/>
          </p:cNvSpPr>
          <p:nvPr>
            <p:ph sz="half" idx="1"/>
          </p:nvPr>
        </p:nvSpPr>
        <p:spPr/>
        <p:txBody>
          <a:bodyPr>
            <a:normAutofit/>
          </a:bodyPr>
          <a:lstStyle/>
          <a:p>
            <a:r>
              <a:rPr lang="en-CA" sz="1600" dirty="0"/>
              <a:t>Here we see that Medusa successfully obtained the password after 19,818 attempts. The username is admin and the password is admin.</a:t>
            </a:r>
          </a:p>
        </p:txBody>
      </p:sp>
      <p:pic>
        <p:nvPicPr>
          <p:cNvPr id="6" name="Content Placeholder 5" descr="A screen shot of a computer screen&#10;&#10;AI-generated content may be incorrect.">
            <a:extLst>
              <a:ext uri="{FF2B5EF4-FFF2-40B4-BE49-F238E27FC236}">
                <a16:creationId xmlns:a16="http://schemas.microsoft.com/office/drawing/2014/main" id="{B0A55BFA-715D-FA5A-8197-0D3680176DE1}"/>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019800" y="1825625"/>
            <a:ext cx="6172200" cy="4351338"/>
          </a:xfrm>
        </p:spPr>
      </p:pic>
    </p:spTree>
    <p:extLst>
      <p:ext uri="{BB962C8B-B14F-4D97-AF65-F5344CB8AC3E}">
        <p14:creationId xmlns:p14="http://schemas.microsoft.com/office/powerpoint/2010/main" val="34732483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56E63A-54B6-42C5-C9AF-B34BC5B31DBF}"/>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8449B010-859B-21CB-C056-F8DE094B5106}"/>
              </a:ext>
            </a:extLst>
          </p:cNvPr>
          <p:cNvSpPr>
            <a:spLocks noGrp="1"/>
          </p:cNvSpPr>
          <p:nvPr>
            <p:ph sz="half" idx="1"/>
          </p:nvPr>
        </p:nvSpPr>
        <p:spPr/>
        <p:txBody>
          <a:bodyPr/>
          <a:lstStyle/>
          <a:p>
            <a:endParaRPr lang="en-CA"/>
          </a:p>
        </p:txBody>
      </p:sp>
      <p:sp>
        <p:nvSpPr>
          <p:cNvPr id="4" name="Content Placeholder 3">
            <a:extLst>
              <a:ext uri="{FF2B5EF4-FFF2-40B4-BE49-F238E27FC236}">
                <a16:creationId xmlns:a16="http://schemas.microsoft.com/office/drawing/2014/main" id="{6E25A69A-DDB2-14EF-D7D1-996BDA22AABE}"/>
              </a:ext>
            </a:extLst>
          </p:cNvPr>
          <p:cNvSpPr>
            <a:spLocks noGrp="1"/>
          </p:cNvSpPr>
          <p:nvPr>
            <p:ph sz="half" idx="2"/>
          </p:nvPr>
        </p:nvSpPr>
        <p:spPr/>
        <p:txBody>
          <a:bodyPr/>
          <a:lstStyle/>
          <a:p>
            <a:endParaRPr lang="en-CA"/>
          </a:p>
        </p:txBody>
      </p:sp>
    </p:spTree>
    <p:extLst>
      <p:ext uri="{BB962C8B-B14F-4D97-AF65-F5344CB8AC3E}">
        <p14:creationId xmlns:p14="http://schemas.microsoft.com/office/powerpoint/2010/main" val="6774764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7DF96D-359F-0305-E1C4-5B27D494667D}"/>
              </a:ext>
            </a:extLst>
          </p:cNvPr>
          <p:cNvSpPr>
            <a:spLocks noGrp="1"/>
          </p:cNvSpPr>
          <p:nvPr>
            <p:ph type="title"/>
          </p:nvPr>
        </p:nvSpPr>
        <p:spPr/>
        <p:txBody>
          <a:bodyPr/>
          <a:lstStyle/>
          <a:p>
            <a:r>
              <a:rPr lang="en-CA" dirty="0"/>
              <a:t>Cybernet02 Router Hack</a:t>
            </a:r>
          </a:p>
        </p:txBody>
      </p:sp>
      <p:sp>
        <p:nvSpPr>
          <p:cNvPr id="3" name="Content Placeholder 2">
            <a:extLst>
              <a:ext uri="{FF2B5EF4-FFF2-40B4-BE49-F238E27FC236}">
                <a16:creationId xmlns:a16="http://schemas.microsoft.com/office/drawing/2014/main" id="{02844F4A-4475-0936-C808-A6B5C3F14238}"/>
              </a:ext>
            </a:extLst>
          </p:cNvPr>
          <p:cNvSpPr>
            <a:spLocks noGrp="1"/>
          </p:cNvSpPr>
          <p:nvPr>
            <p:ph sz="half" idx="1"/>
          </p:nvPr>
        </p:nvSpPr>
        <p:spPr/>
        <p:txBody>
          <a:bodyPr>
            <a:normAutofit/>
          </a:bodyPr>
          <a:lstStyle/>
          <a:p>
            <a:r>
              <a:rPr lang="en-CA" sz="1600" dirty="0"/>
              <a:t>To obtain the password for Cybernet02, I used </a:t>
            </a:r>
            <a:r>
              <a:rPr lang="en-CA" sz="1600" dirty="0" err="1"/>
              <a:t>Wifite</a:t>
            </a:r>
            <a:r>
              <a:rPr lang="en-CA" sz="1600" dirty="0"/>
              <a:t> with the command “</a:t>
            </a:r>
            <a:r>
              <a:rPr lang="en-CA" sz="1600" dirty="0" err="1"/>
              <a:t>sudo</a:t>
            </a:r>
            <a:r>
              <a:rPr lang="en-CA" sz="1600" dirty="0"/>
              <a:t> </a:t>
            </a:r>
            <a:r>
              <a:rPr lang="en-CA" sz="1600" dirty="0" err="1"/>
              <a:t>wifite</a:t>
            </a:r>
            <a:r>
              <a:rPr lang="en-CA" sz="1600" dirty="0"/>
              <a:t>”</a:t>
            </a:r>
          </a:p>
          <a:p>
            <a:r>
              <a:rPr lang="en-CA" sz="1600" dirty="0"/>
              <a:t>“</a:t>
            </a:r>
            <a:r>
              <a:rPr lang="en-CA" sz="1600" dirty="0" err="1"/>
              <a:t>sudo</a:t>
            </a:r>
            <a:r>
              <a:rPr lang="en-CA" sz="1600" dirty="0"/>
              <a:t> </a:t>
            </a:r>
            <a:r>
              <a:rPr lang="en-CA" sz="1600" dirty="0" err="1"/>
              <a:t>wifite</a:t>
            </a:r>
            <a:r>
              <a:rPr lang="en-CA" sz="1600" dirty="0"/>
              <a:t>” will detect all routers and access points within range, when it finds targets, we can select which targets to attack by entering the corresponding number from the list. In this case we are attacking cybernet02, which is number 1.</a:t>
            </a:r>
          </a:p>
          <a:p>
            <a:r>
              <a:rPr lang="en-CA" sz="1600" dirty="0" err="1"/>
              <a:t>Wifite</a:t>
            </a:r>
            <a:r>
              <a:rPr lang="en-CA" sz="1600" dirty="0"/>
              <a:t> will automatically run attacks against Cybernet01, this attack was successful, and we obtained the WPS pin(89950358) as well as the password for the Wi-Fi connection (a much better password!).</a:t>
            </a:r>
          </a:p>
        </p:txBody>
      </p:sp>
      <p:pic>
        <p:nvPicPr>
          <p:cNvPr id="6" name="Content Placeholder 5" descr="A computer screen shot of text&#10;&#10;AI-generated content may be incorrect.">
            <a:extLst>
              <a:ext uri="{FF2B5EF4-FFF2-40B4-BE49-F238E27FC236}">
                <a16:creationId xmlns:a16="http://schemas.microsoft.com/office/drawing/2014/main" id="{CDD9BE5C-452B-18B3-78B7-CABBAC9CF466}"/>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019800" y="1825625"/>
            <a:ext cx="6172200" cy="4351338"/>
          </a:xfrm>
        </p:spPr>
      </p:pic>
    </p:spTree>
    <p:extLst>
      <p:ext uri="{BB962C8B-B14F-4D97-AF65-F5344CB8AC3E}">
        <p14:creationId xmlns:p14="http://schemas.microsoft.com/office/powerpoint/2010/main" val="375271340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40</TotalTime>
  <Words>470</Words>
  <Application>Microsoft Office PowerPoint</Application>
  <PresentationFormat>Widescreen</PresentationFormat>
  <Paragraphs>24</Paragraphs>
  <Slides>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Aptos</vt:lpstr>
      <vt:lpstr>Aptos Display</vt:lpstr>
      <vt:lpstr>Arial</vt:lpstr>
      <vt:lpstr>Office Theme</vt:lpstr>
      <vt:lpstr>Wireless and Mobile Final Project</vt:lpstr>
      <vt:lpstr>Cybernet01 Router Hack</vt:lpstr>
      <vt:lpstr>Cybernet01 Router Hack</vt:lpstr>
      <vt:lpstr>Cybernet01 Router hack</vt:lpstr>
      <vt:lpstr>Cybernet01 Router Hack</vt:lpstr>
      <vt:lpstr>Cybernet01 Router Hack</vt:lpstr>
      <vt:lpstr>PowerPoint Presentation</vt:lpstr>
      <vt:lpstr>PowerPoint Presentation</vt:lpstr>
      <vt:lpstr>Cybernet02 Router Hack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steve oliver</dc:creator>
  <cp:lastModifiedBy>steve oliver</cp:lastModifiedBy>
  <cp:revision>1</cp:revision>
  <dcterms:created xsi:type="dcterms:W3CDTF">2025-11-28T16:24:10Z</dcterms:created>
  <dcterms:modified xsi:type="dcterms:W3CDTF">2025-11-28T17:04:15Z</dcterms:modified>
</cp:coreProperties>
</file>